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" charset="1" panose="020B0503030501040103"/>
      <p:regular r:id="rId16"/>
    </p:embeddedFont>
    <p:embeddedFont>
      <p:font typeface="Fredoka" charset="1" panose="02000000000000000000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5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089" y="-195663"/>
            <a:ext cx="4594094" cy="7346633"/>
          </a:xfrm>
          <a:custGeom>
            <a:avLst/>
            <a:gdLst/>
            <a:ahLst/>
            <a:cxnLst/>
            <a:rect r="r" b="b" t="t" l="l"/>
            <a:pathLst>
              <a:path h="7346633" w="4594094">
                <a:moveTo>
                  <a:pt x="0" y="0"/>
                </a:moveTo>
                <a:lnTo>
                  <a:pt x="4594095" y="0"/>
                </a:lnTo>
                <a:lnTo>
                  <a:pt x="4594095" y="7346633"/>
                </a:lnTo>
                <a:lnTo>
                  <a:pt x="0" y="734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5006" y="-195663"/>
            <a:ext cx="4594094" cy="7346633"/>
          </a:xfrm>
          <a:custGeom>
            <a:avLst/>
            <a:gdLst/>
            <a:ahLst/>
            <a:cxnLst/>
            <a:rect r="r" b="b" t="t" l="l"/>
            <a:pathLst>
              <a:path h="7346633" w="4594094">
                <a:moveTo>
                  <a:pt x="0" y="0"/>
                </a:moveTo>
                <a:lnTo>
                  <a:pt x="4594094" y="0"/>
                </a:lnTo>
                <a:lnTo>
                  <a:pt x="4594094" y="7346633"/>
                </a:lnTo>
                <a:lnTo>
                  <a:pt x="0" y="734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9100" y="-195663"/>
            <a:ext cx="4594094" cy="7346633"/>
          </a:xfrm>
          <a:custGeom>
            <a:avLst/>
            <a:gdLst/>
            <a:ahLst/>
            <a:cxnLst/>
            <a:rect r="r" b="b" t="t" l="l"/>
            <a:pathLst>
              <a:path h="7346633" w="4594094">
                <a:moveTo>
                  <a:pt x="0" y="0"/>
                </a:moveTo>
                <a:lnTo>
                  <a:pt x="4594094" y="0"/>
                </a:lnTo>
                <a:lnTo>
                  <a:pt x="4594094" y="7346633"/>
                </a:lnTo>
                <a:lnTo>
                  <a:pt x="0" y="734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93194" y="-195663"/>
            <a:ext cx="4594094" cy="7346633"/>
          </a:xfrm>
          <a:custGeom>
            <a:avLst/>
            <a:gdLst/>
            <a:ahLst/>
            <a:cxnLst/>
            <a:rect r="r" b="b" t="t" l="l"/>
            <a:pathLst>
              <a:path h="7346633" w="4594094">
                <a:moveTo>
                  <a:pt x="0" y="0"/>
                </a:moveTo>
                <a:lnTo>
                  <a:pt x="4594095" y="0"/>
                </a:lnTo>
                <a:lnTo>
                  <a:pt x="4594095" y="7346633"/>
                </a:lnTo>
                <a:lnTo>
                  <a:pt x="0" y="734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87289" y="-195663"/>
            <a:ext cx="4594094" cy="7346633"/>
          </a:xfrm>
          <a:custGeom>
            <a:avLst/>
            <a:gdLst/>
            <a:ahLst/>
            <a:cxnLst/>
            <a:rect r="r" b="b" t="t" l="l"/>
            <a:pathLst>
              <a:path h="7346633" w="4594094">
                <a:moveTo>
                  <a:pt x="0" y="0"/>
                </a:moveTo>
                <a:lnTo>
                  <a:pt x="4594094" y="0"/>
                </a:lnTo>
                <a:lnTo>
                  <a:pt x="4594094" y="7346633"/>
                </a:lnTo>
                <a:lnTo>
                  <a:pt x="0" y="734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86441" y="7150970"/>
            <a:ext cx="22060883" cy="4880970"/>
          </a:xfrm>
          <a:custGeom>
            <a:avLst/>
            <a:gdLst/>
            <a:ahLst/>
            <a:cxnLst/>
            <a:rect r="r" b="b" t="t" l="l"/>
            <a:pathLst>
              <a:path h="4880970" w="22060883">
                <a:moveTo>
                  <a:pt x="0" y="0"/>
                </a:moveTo>
                <a:lnTo>
                  <a:pt x="22060882" y="0"/>
                </a:lnTo>
                <a:lnTo>
                  <a:pt x="22060882" y="4880970"/>
                </a:lnTo>
                <a:lnTo>
                  <a:pt x="0" y="4880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96858" y="2264906"/>
            <a:ext cx="14494285" cy="5757188"/>
            <a:chOff x="0" y="0"/>
            <a:chExt cx="3817425" cy="151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7425" cy="1516296"/>
            </a:xfrm>
            <a:custGeom>
              <a:avLst/>
              <a:gdLst/>
              <a:ahLst/>
              <a:cxnLst/>
              <a:rect r="r" b="b" t="t" l="l"/>
              <a:pathLst>
                <a:path h="1516296" w="3817425">
                  <a:moveTo>
                    <a:pt x="27241" y="0"/>
                  </a:moveTo>
                  <a:lnTo>
                    <a:pt x="3790184" y="0"/>
                  </a:lnTo>
                  <a:cubicBezTo>
                    <a:pt x="3797409" y="0"/>
                    <a:pt x="3804338" y="2870"/>
                    <a:pt x="3809446" y="7979"/>
                  </a:cubicBezTo>
                  <a:cubicBezTo>
                    <a:pt x="3814555" y="13087"/>
                    <a:pt x="3817425" y="20016"/>
                    <a:pt x="3817425" y="27241"/>
                  </a:cubicBezTo>
                  <a:lnTo>
                    <a:pt x="3817425" y="1489055"/>
                  </a:lnTo>
                  <a:cubicBezTo>
                    <a:pt x="3817425" y="1496280"/>
                    <a:pt x="3814555" y="1503209"/>
                    <a:pt x="3809446" y="1508318"/>
                  </a:cubicBezTo>
                  <a:cubicBezTo>
                    <a:pt x="3804338" y="1513426"/>
                    <a:pt x="3797409" y="1516296"/>
                    <a:pt x="3790184" y="1516296"/>
                  </a:cubicBezTo>
                  <a:lnTo>
                    <a:pt x="27241" y="1516296"/>
                  </a:lnTo>
                  <a:cubicBezTo>
                    <a:pt x="20016" y="1516296"/>
                    <a:pt x="13087" y="1513426"/>
                    <a:pt x="7979" y="1508318"/>
                  </a:cubicBezTo>
                  <a:cubicBezTo>
                    <a:pt x="2870" y="1503209"/>
                    <a:pt x="0" y="1496280"/>
                    <a:pt x="0" y="1489055"/>
                  </a:cubicBezTo>
                  <a:lnTo>
                    <a:pt x="0" y="27241"/>
                  </a:lnTo>
                  <a:cubicBezTo>
                    <a:pt x="0" y="20016"/>
                    <a:pt x="2870" y="13087"/>
                    <a:pt x="7979" y="7979"/>
                  </a:cubicBezTo>
                  <a:cubicBezTo>
                    <a:pt x="13087" y="2870"/>
                    <a:pt x="20016" y="0"/>
                    <a:pt x="272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7425" cy="155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767625" y="6452263"/>
            <a:ext cx="3491675" cy="2806037"/>
          </a:xfrm>
          <a:custGeom>
            <a:avLst/>
            <a:gdLst/>
            <a:ahLst/>
            <a:cxnLst/>
            <a:rect r="r" b="b" t="t" l="l"/>
            <a:pathLst>
              <a:path h="2806037" w="3491675">
                <a:moveTo>
                  <a:pt x="0" y="0"/>
                </a:moveTo>
                <a:lnTo>
                  <a:pt x="3491675" y="0"/>
                </a:lnTo>
                <a:lnTo>
                  <a:pt x="3491675" y="2806037"/>
                </a:lnTo>
                <a:lnTo>
                  <a:pt x="0" y="2806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4335" y="5680570"/>
            <a:ext cx="2903060" cy="3856723"/>
          </a:xfrm>
          <a:custGeom>
            <a:avLst/>
            <a:gdLst/>
            <a:ahLst/>
            <a:cxnLst/>
            <a:rect r="r" b="b" t="t" l="l"/>
            <a:pathLst>
              <a:path h="3856723" w="2903060">
                <a:moveTo>
                  <a:pt x="0" y="0"/>
                </a:moveTo>
                <a:lnTo>
                  <a:pt x="2903060" y="0"/>
                </a:lnTo>
                <a:lnTo>
                  <a:pt x="2903060" y="3856723"/>
                </a:lnTo>
                <a:lnTo>
                  <a:pt x="0" y="3856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21533" y="6897893"/>
            <a:ext cx="1975108" cy="711039"/>
          </a:xfrm>
          <a:custGeom>
            <a:avLst/>
            <a:gdLst/>
            <a:ahLst/>
            <a:cxnLst/>
            <a:rect r="r" b="b" t="t" l="l"/>
            <a:pathLst>
              <a:path h="711039" w="1975108">
                <a:moveTo>
                  <a:pt x="0" y="0"/>
                </a:moveTo>
                <a:lnTo>
                  <a:pt x="1975108" y="0"/>
                </a:lnTo>
                <a:lnTo>
                  <a:pt x="1975108" y="711039"/>
                </a:lnTo>
                <a:lnTo>
                  <a:pt x="0" y="7110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05865" y="3387768"/>
            <a:ext cx="13087655" cy="122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4"/>
              </a:lnSpc>
            </a:pPr>
            <a:r>
              <a:rPr lang="en-US" sz="7146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Library Management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91150" y="4764798"/>
            <a:ext cx="6010982" cy="115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5"/>
              </a:lnSpc>
            </a:pPr>
            <a:r>
              <a:rPr lang="en-US" sz="6717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Debuggers++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21143" y="6165789"/>
            <a:ext cx="14950008" cy="216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9D5F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Ali walid</a:t>
            </a:r>
            <a:r>
              <a:rPr lang="en-US" sz="2472" b="true">
                <a:solidFill>
                  <a:srgbClr val="9D5F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24-101042</a:t>
            </a:r>
          </a:p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9D5F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Arwa Ayman  24-101186</a:t>
            </a:r>
          </a:p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9D5F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Farida Osama     24-101513</a:t>
            </a:r>
          </a:p>
          <a:p>
            <a:pPr algn="ctr">
              <a:lnSpc>
                <a:spcPts val="3461"/>
              </a:lnSpc>
              <a:spcBef>
                <a:spcPct val="0"/>
              </a:spcBef>
            </a:pPr>
            <a:r>
              <a:rPr lang="en-US" b="true" sz="2472">
                <a:solidFill>
                  <a:srgbClr val="9D5F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Abdelrahman Farag   24-101501</a:t>
            </a:r>
          </a:p>
          <a:p>
            <a:pPr algn="ctr">
              <a:lnSpc>
                <a:spcPts val="34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5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79256" y="1479958"/>
            <a:ext cx="14929488" cy="7327083"/>
            <a:chOff x="0" y="0"/>
            <a:chExt cx="19905984" cy="976944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905984" cy="2230411"/>
              <a:chOff x="0" y="0"/>
              <a:chExt cx="3932046" cy="4405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2046" cy="440575"/>
              </a:xfrm>
              <a:custGeom>
                <a:avLst/>
                <a:gdLst/>
                <a:ahLst/>
                <a:cxnLst/>
                <a:rect r="r" b="b" t="t" l="l"/>
                <a:pathLst>
                  <a:path h="440575" w="3932046">
                    <a:moveTo>
                      <a:pt x="26447" y="0"/>
                    </a:moveTo>
                    <a:lnTo>
                      <a:pt x="3905599" y="0"/>
                    </a:lnTo>
                    <a:cubicBezTo>
                      <a:pt x="3912614" y="0"/>
                      <a:pt x="3919340" y="2786"/>
                      <a:pt x="3924300" y="7746"/>
                    </a:cubicBezTo>
                    <a:cubicBezTo>
                      <a:pt x="3929260" y="12706"/>
                      <a:pt x="3932046" y="19433"/>
                      <a:pt x="3932046" y="26447"/>
                    </a:cubicBezTo>
                    <a:lnTo>
                      <a:pt x="3932046" y="414128"/>
                    </a:lnTo>
                    <a:cubicBezTo>
                      <a:pt x="3932046" y="428734"/>
                      <a:pt x="3920205" y="440575"/>
                      <a:pt x="3905599" y="440575"/>
                    </a:cubicBezTo>
                    <a:lnTo>
                      <a:pt x="26447" y="440575"/>
                    </a:lnTo>
                    <a:cubicBezTo>
                      <a:pt x="19433" y="440575"/>
                      <a:pt x="12706" y="437789"/>
                      <a:pt x="7746" y="432829"/>
                    </a:cubicBezTo>
                    <a:cubicBezTo>
                      <a:pt x="2786" y="427869"/>
                      <a:pt x="0" y="421142"/>
                      <a:pt x="0" y="414128"/>
                    </a:cubicBezTo>
                    <a:lnTo>
                      <a:pt x="0" y="26447"/>
                    </a:lnTo>
                    <a:cubicBezTo>
                      <a:pt x="0" y="19433"/>
                      <a:pt x="2786" y="12706"/>
                      <a:pt x="7746" y="7746"/>
                    </a:cubicBezTo>
                    <a:cubicBezTo>
                      <a:pt x="12706" y="2786"/>
                      <a:pt x="19433" y="0"/>
                      <a:pt x="264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2046" cy="478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3054572"/>
              <a:ext cx="19905984" cy="6714872"/>
              <a:chOff x="0" y="0"/>
              <a:chExt cx="3932046" cy="132639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2046" cy="1326395"/>
              </a:xfrm>
              <a:custGeom>
                <a:avLst/>
                <a:gdLst/>
                <a:ahLst/>
                <a:cxnLst/>
                <a:rect r="r" b="b" t="t" l="l"/>
                <a:pathLst>
                  <a:path h="1326395" w="3932046">
                    <a:moveTo>
                      <a:pt x="26447" y="0"/>
                    </a:moveTo>
                    <a:lnTo>
                      <a:pt x="3905599" y="0"/>
                    </a:lnTo>
                    <a:cubicBezTo>
                      <a:pt x="3912614" y="0"/>
                      <a:pt x="3919340" y="2786"/>
                      <a:pt x="3924300" y="7746"/>
                    </a:cubicBezTo>
                    <a:cubicBezTo>
                      <a:pt x="3929260" y="12706"/>
                      <a:pt x="3932046" y="19433"/>
                      <a:pt x="3932046" y="26447"/>
                    </a:cubicBezTo>
                    <a:lnTo>
                      <a:pt x="3932046" y="1299948"/>
                    </a:lnTo>
                    <a:cubicBezTo>
                      <a:pt x="3932046" y="1314554"/>
                      <a:pt x="3920205" y="1326395"/>
                      <a:pt x="3905599" y="1326395"/>
                    </a:cubicBezTo>
                    <a:lnTo>
                      <a:pt x="26447" y="1326395"/>
                    </a:lnTo>
                    <a:cubicBezTo>
                      <a:pt x="19433" y="1326395"/>
                      <a:pt x="12706" y="1323608"/>
                      <a:pt x="7746" y="1318648"/>
                    </a:cubicBezTo>
                    <a:cubicBezTo>
                      <a:pt x="2786" y="1313689"/>
                      <a:pt x="0" y="1306962"/>
                      <a:pt x="0" y="1299948"/>
                    </a:cubicBezTo>
                    <a:lnTo>
                      <a:pt x="0" y="26447"/>
                    </a:lnTo>
                    <a:cubicBezTo>
                      <a:pt x="0" y="19433"/>
                      <a:pt x="2786" y="12706"/>
                      <a:pt x="7746" y="7746"/>
                    </a:cubicBezTo>
                    <a:cubicBezTo>
                      <a:pt x="12706" y="2786"/>
                      <a:pt x="19433" y="0"/>
                      <a:pt x="264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2046" cy="13644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382292" y="4126026"/>
            <a:ext cx="11523417" cy="358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2"/>
              </a:lnSpc>
            </a:pPr>
            <a:r>
              <a:rPr lang="en-US" sz="3394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This project is a Library Management System built using C++</a:t>
            </a:r>
          </a:p>
          <a:p>
            <a:pPr algn="just" marL="732973" indent="-366486" lvl="1">
              <a:lnSpc>
                <a:spcPts val="4752"/>
              </a:lnSpc>
              <a:buFont typeface="Arial"/>
              <a:buChar char="•"/>
            </a:pPr>
            <a:r>
              <a:rPr lang="en-US" sz="3394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It allows Customers to view books, search for books , borrow a book or return a book. </a:t>
            </a:r>
          </a:p>
          <a:p>
            <a:pPr algn="just" marL="732973" indent="-366486" lvl="1">
              <a:lnSpc>
                <a:spcPts val="4752"/>
              </a:lnSpc>
              <a:buFont typeface="Arial"/>
              <a:buChar char="•"/>
            </a:pPr>
            <a:r>
              <a:rPr lang="en-US" sz="3394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Librarians can add/remove customer, and add/remove/search and view books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12158" y="1631533"/>
            <a:ext cx="9863683" cy="136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2"/>
              </a:lnSpc>
            </a:pPr>
            <a:r>
              <a:rPr lang="en-US" sz="7987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6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886441" y="1479958"/>
            <a:ext cx="14929488" cy="7327083"/>
            <a:chOff x="0" y="0"/>
            <a:chExt cx="19905984" cy="976944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905984" cy="2230411"/>
              <a:chOff x="0" y="0"/>
              <a:chExt cx="3932046" cy="4405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2046" cy="440575"/>
              </a:xfrm>
              <a:custGeom>
                <a:avLst/>
                <a:gdLst/>
                <a:ahLst/>
                <a:cxnLst/>
                <a:rect r="r" b="b" t="t" l="l"/>
                <a:pathLst>
                  <a:path h="440575" w="3932046">
                    <a:moveTo>
                      <a:pt x="26447" y="0"/>
                    </a:moveTo>
                    <a:lnTo>
                      <a:pt x="3905599" y="0"/>
                    </a:lnTo>
                    <a:cubicBezTo>
                      <a:pt x="3912614" y="0"/>
                      <a:pt x="3919340" y="2786"/>
                      <a:pt x="3924300" y="7746"/>
                    </a:cubicBezTo>
                    <a:cubicBezTo>
                      <a:pt x="3929260" y="12706"/>
                      <a:pt x="3932046" y="19433"/>
                      <a:pt x="3932046" y="26447"/>
                    </a:cubicBezTo>
                    <a:lnTo>
                      <a:pt x="3932046" y="414128"/>
                    </a:lnTo>
                    <a:cubicBezTo>
                      <a:pt x="3932046" y="428734"/>
                      <a:pt x="3920205" y="440575"/>
                      <a:pt x="3905599" y="440575"/>
                    </a:cubicBezTo>
                    <a:lnTo>
                      <a:pt x="26447" y="440575"/>
                    </a:lnTo>
                    <a:cubicBezTo>
                      <a:pt x="19433" y="440575"/>
                      <a:pt x="12706" y="437789"/>
                      <a:pt x="7746" y="432829"/>
                    </a:cubicBezTo>
                    <a:cubicBezTo>
                      <a:pt x="2786" y="427869"/>
                      <a:pt x="0" y="421142"/>
                      <a:pt x="0" y="414128"/>
                    </a:cubicBezTo>
                    <a:lnTo>
                      <a:pt x="0" y="26447"/>
                    </a:lnTo>
                    <a:cubicBezTo>
                      <a:pt x="0" y="19433"/>
                      <a:pt x="2786" y="12706"/>
                      <a:pt x="7746" y="7746"/>
                    </a:cubicBezTo>
                    <a:cubicBezTo>
                      <a:pt x="12706" y="2786"/>
                      <a:pt x="19433" y="0"/>
                      <a:pt x="264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2046" cy="478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3054572"/>
              <a:ext cx="19905984" cy="6714872"/>
              <a:chOff x="0" y="0"/>
              <a:chExt cx="3932046" cy="132639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2046" cy="1326395"/>
              </a:xfrm>
              <a:custGeom>
                <a:avLst/>
                <a:gdLst/>
                <a:ahLst/>
                <a:cxnLst/>
                <a:rect r="r" b="b" t="t" l="l"/>
                <a:pathLst>
                  <a:path h="1326395" w="3932046">
                    <a:moveTo>
                      <a:pt x="26447" y="0"/>
                    </a:moveTo>
                    <a:lnTo>
                      <a:pt x="3905599" y="0"/>
                    </a:lnTo>
                    <a:cubicBezTo>
                      <a:pt x="3912614" y="0"/>
                      <a:pt x="3919340" y="2786"/>
                      <a:pt x="3924300" y="7746"/>
                    </a:cubicBezTo>
                    <a:cubicBezTo>
                      <a:pt x="3929260" y="12706"/>
                      <a:pt x="3932046" y="19433"/>
                      <a:pt x="3932046" y="26447"/>
                    </a:cubicBezTo>
                    <a:lnTo>
                      <a:pt x="3932046" y="1299948"/>
                    </a:lnTo>
                    <a:cubicBezTo>
                      <a:pt x="3932046" y="1314554"/>
                      <a:pt x="3920205" y="1326395"/>
                      <a:pt x="3905599" y="1326395"/>
                    </a:cubicBezTo>
                    <a:lnTo>
                      <a:pt x="26447" y="1326395"/>
                    </a:lnTo>
                    <a:cubicBezTo>
                      <a:pt x="19433" y="1326395"/>
                      <a:pt x="12706" y="1323608"/>
                      <a:pt x="7746" y="1318648"/>
                    </a:cubicBezTo>
                    <a:cubicBezTo>
                      <a:pt x="2786" y="1313689"/>
                      <a:pt x="0" y="1306962"/>
                      <a:pt x="0" y="1299948"/>
                    </a:cubicBezTo>
                    <a:lnTo>
                      <a:pt x="0" y="26447"/>
                    </a:lnTo>
                    <a:cubicBezTo>
                      <a:pt x="0" y="19433"/>
                      <a:pt x="2786" y="12706"/>
                      <a:pt x="7746" y="7746"/>
                    </a:cubicBezTo>
                    <a:cubicBezTo>
                      <a:pt x="12706" y="2786"/>
                      <a:pt x="19433" y="0"/>
                      <a:pt x="264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2046" cy="13644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695478" y="1763008"/>
            <a:ext cx="11282512" cy="5125776"/>
            <a:chOff x="0" y="0"/>
            <a:chExt cx="15043350" cy="683436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3730665"/>
              <a:ext cx="15043350" cy="3103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17650" indent="-358825" lvl="1">
                <a:lnSpc>
                  <a:spcPts val="4653"/>
                </a:lnSpc>
                <a:buFont typeface="Arial"/>
                <a:buChar char="•"/>
              </a:pPr>
              <a:r>
                <a:rPr lang="en-US" sz="3323">
                  <a:solidFill>
                    <a:srgbClr val="3A3C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login using username and password</a:t>
              </a:r>
            </a:p>
            <a:p>
              <a:pPr algn="just" marL="717650" indent="-358825" lvl="1">
                <a:lnSpc>
                  <a:spcPts val="4653"/>
                </a:lnSpc>
                <a:buFont typeface="Arial"/>
                <a:buChar char="•"/>
              </a:pPr>
              <a:r>
                <a:rPr lang="en-US" sz="3323">
                  <a:solidFill>
                    <a:srgbClr val="3A3C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 search by title, author, or category</a:t>
              </a:r>
            </a:p>
            <a:p>
              <a:pPr algn="just" marL="717650" indent="-358825" lvl="1">
                <a:lnSpc>
                  <a:spcPts val="4653"/>
                </a:lnSpc>
                <a:buFont typeface="Arial"/>
                <a:buChar char="•"/>
              </a:pPr>
              <a:r>
                <a:rPr lang="en-US" sz="3323">
                  <a:solidFill>
                    <a:srgbClr val="3A3C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Borrow limit max 5 books per customer</a:t>
              </a:r>
            </a:p>
            <a:p>
              <a:pPr algn="just" marL="717650" indent="-358825" lvl="1">
                <a:lnSpc>
                  <a:spcPts val="4653"/>
                </a:lnSpc>
                <a:buFont typeface="Arial"/>
                <a:buChar char="•"/>
              </a:pPr>
              <a:r>
                <a:rPr lang="en-US" sz="3323">
                  <a:solidFill>
                    <a:srgbClr val="3A3C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Separate views for librarian and customer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83357" y="-142875"/>
              <a:ext cx="12876636" cy="1719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948"/>
                </a:lnSpc>
              </a:pPr>
              <a:r>
                <a:rPr lang="en-US" sz="7820">
                  <a:solidFill>
                    <a:srgbClr val="A86147"/>
                  </a:solidFill>
                  <a:latin typeface="Fredoka"/>
                  <a:ea typeface="Fredoka"/>
                  <a:cs typeface="Fredoka"/>
                  <a:sym typeface="Fredoka"/>
                </a:rPr>
                <a:t>System Features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595526" y="6186568"/>
            <a:ext cx="4156309" cy="3340161"/>
          </a:xfrm>
          <a:custGeom>
            <a:avLst/>
            <a:gdLst/>
            <a:ahLst/>
            <a:cxnLst/>
            <a:rect r="r" b="b" t="t" l="l"/>
            <a:pathLst>
              <a:path h="3340161" w="4156309">
                <a:moveTo>
                  <a:pt x="0" y="0"/>
                </a:moveTo>
                <a:lnTo>
                  <a:pt x="4156310" y="0"/>
                </a:lnTo>
                <a:lnTo>
                  <a:pt x="4156310" y="3340161"/>
                </a:lnTo>
                <a:lnTo>
                  <a:pt x="0" y="3340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6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926714" y="1479958"/>
            <a:ext cx="14929488" cy="7327083"/>
            <a:chOff x="0" y="0"/>
            <a:chExt cx="19905984" cy="976944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905984" cy="2230411"/>
              <a:chOff x="0" y="0"/>
              <a:chExt cx="3932046" cy="4405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2046" cy="440575"/>
              </a:xfrm>
              <a:custGeom>
                <a:avLst/>
                <a:gdLst/>
                <a:ahLst/>
                <a:cxnLst/>
                <a:rect r="r" b="b" t="t" l="l"/>
                <a:pathLst>
                  <a:path h="440575" w="3932046">
                    <a:moveTo>
                      <a:pt x="26447" y="0"/>
                    </a:moveTo>
                    <a:lnTo>
                      <a:pt x="3905599" y="0"/>
                    </a:lnTo>
                    <a:cubicBezTo>
                      <a:pt x="3912614" y="0"/>
                      <a:pt x="3919340" y="2786"/>
                      <a:pt x="3924300" y="7746"/>
                    </a:cubicBezTo>
                    <a:cubicBezTo>
                      <a:pt x="3929260" y="12706"/>
                      <a:pt x="3932046" y="19433"/>
                      <a:pt x="3932046" y="26447"/>
                    </a:cubicBezTo>
                    <a:lnTo>
                      <a:pt x="3932046" y="414128"/>
                    </a:lnTo>
                    <a:cubicBezTo>
                      <a:pt x="3932046" y="428734"/>
                      <a:pt x="3920205" y="440575"/>
                      <a:pt x="3905599" y="440575"/>
                    </a:cubicBezTo>
                    <a:lnTo>
                      <a:pt x="26447" y="440575"/>
                    </a:lnTo>
                    <a:cubicBezTo>
                      <a:pt x="19433" y="440575"/>
                      <a:pt x="12706" y="437789"/>
                      <a:pt x="7746" y="432829"/>
                    </a:cubicBezTo>
                    <a:cubicBezTo>
                      <a:pt x="2786" y="427869"/>
                      <a:pt x="0" y="421142"/>
                      <a:pt x="0" y="414128"/>
                    </a:cubicBezTo>
                    <a:lnTo>
                      <a:pt x="0" y="26447"/>
                    </a:lnTo>
                    <a:cubicBezTo>
                      <a:pt x="0" y="19433"/>
                      <a:pt x="2786" y="12706"/>
                      <a:pt x="7746" y="7746"/>
                    </a:cubicBezTo>
                    <a:cubicBezTo>
                      <a:pt x="12706" y="2786"/>
                      <a:pt x="19433" y="0"/>
                      <a:pt x="264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2046" cy="478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3054572"/>
              <a:ext cx="19905984" cy="6714872"/>
              <a:chOff x="0" y="0"/>
              <a:chExt cx="3932046" cy="132639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2046" cy="1326395"/>
              </a:xfrm>
              <a:custGeom>
                <a:avLst/>
                <a:gdLst/>
                <a:ahLst/>
                <a:cxnLst/>
                <a:rect r="r" b="b" t="t" l="l"/>
                <a:pathLst>
                  <a:path h="1326395" w="3932046">
                    <a:moveTo>
                      <a:pt x="26447" y="0"/>
                    </a:moveTo>
                    <a:lnTo>
                      <a:pt x="3905599" y="0"/>
                    </a:lnTo>
                    <a:cubicBezTo>
                      <a:pt x="3912614" y="0"/>
                      <a:pt x="3919340" y="2786"/>
                      <a:pt x="3924300" y="7746"/>
                    </a:cubicBezTo>
                    <a:cubicBezTo>
                      <a:pt x="3929260" y="12706"/>
                      <a:pt x="3932046" y="19433"/>
                      <a:pt x="3932046" y="26447"/>
                    </a:cubicBezTo>
                    <a:lnTo>
                      <a:pt x="3932046" y="1299948"/>
                    </a:lnTo>
                    <a:cubicBezTo>
                      <a:pt x="3932046" y="1314554"/>
                      <a:pt x="3920205" y="1326395"/>
                      <a:pt x="3905599" y="1326395"/>
                    </a:cubicBezTo>
                    <a:lnTo>
                      <a:pt x="26447" y="1326395"/>
                    </a:lnTo>
                    <a:cubicBezTo>
                      <a:pt x="19433" y="1326395"/>
                      <a:pt x="12706" y="1323608"/>
                      <a:pt x="7746" y="1318648"/>
                    </a:cubicBezTo>
                    <a:cubicBezTo>
                      <a:pt x="2786" y="1313689"/>
                      <a:pt x="0" y="1306962"/>
                      <a:pt x="0" y="1299948"/>
                    </a:cubicBezTo>
                    <a:lnTo>
                      <a:pt x="0" y="26447"/>
                    </a:lnTo>
                    <a:cubicBezTo>
                      <a:pt x="0" y="19433"/>
                      <a:pt x="2786" y="12706"/>
                      <a:pt x="7746" y="7746"/>
                    </a:cubicBezTo>
                    <a:cubicBezTo>
                      <a:pt x="12706" y="2786"/>
                      <a:pt x="19433" y="0"/>
                      <a:pt x="264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2046" cy="13644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976788" y="1800397"/>
            <a:ext cx="11282512" cy="6306876"/>
            <a:chOff x="0" y="0"/>
            <a:chExt cx="15043350" cy="840916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3730665"/>
              <a:ext cx="15043350" cy="4678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17650" indent="-358825" lvl="1">
                <a:lnSpc>
                  <a:spcPts val="4653"/>
                </a:lnSpc>
                <a:buFont typeface="Arial"/>
                <a:buChar char="•"/>
              </a:pPr>
              <a:r>
                <a:rPr lang="en-US" sz="3323">
                  <a:solidFill>
                    <a:srgbClr val="3A3C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stores information about a book which includes title, author, category and a borrowed field</a:t>
              </a:r>
            </a:p>
            <a:p>
              <a:pPr algn="just">
                <a:lnSpc>
                  <a:spcPts val="4653"/>
                </a:lnSpc>
              </a:pPr>
            </a:p>
            <a:p>
              <a:pPr algn="just" marL="717650" indent="-358825" lvl="1">
                <a:lnSpc>
                  <a:spcPts val="4653"/>
                </a:lnSpc>
                <a:buFont typeface="Arial"/>
                <a:buChar char="•"/>
              </a:pPr>
              <a:r>
                <a:rPr lang="en-US" sz="3323">
                  <a:solidFill>
                    <a:srgbClr val="3A3C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Functions : Set and get book details, Mark book as borrowed or returned and Check borrow status</a:t>
              </a:r>
            </a:p>
            <a:p>
              <a:pPr algn="just">
                <a:lnSpc>
                  <a:spcPts val="4653"/>
                </a:lnSpc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83357" y="-142875"/>
              <a:ext cx="12876636" cy="1719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948"/>
                </a:lnSpc>
              </a:pPr>
              <a:r>
                <a:rPr lang="en-US" sz="7820">
                  <a:solidFill>
                    <a:srgbClr val="A86147"/>
                  </a:solidFill>
                  <a:latin typeface="Fredoka"/>
                  <a:ea typeface="Fredoka"/>
                  <a:cs typeface="Fredoka"/>
                  <a:sym typeface="Fredoka"/>
                </a:rPr>
                <a:t>Book Class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148212" y="5143500"/>
            <a:ext cx="3371800" cy="4479445"/>
          </a:xfrm>
          <a:custGeom>
            <a:avLst/>
            <a:gdLst/>
            <a:ahLst/>
            <a:cxnLst/>
            <a:rect r="r" b="b" t="t" l="l"/>
            <a:pathLst>
              <a:path h="4479445" w="3371800">
                <a:moveTo>
                  <a:pt x="0" y="0"/>
                </a:moveTo>
                <a:lnTo>
                  <a:pt x="3371800" y="0"/>
                </a:lnTo>
                <a:lnTo>
                  <a:pt x="3371800" y="4479445"/>
                </a:lnTo>
                <a:lnTo>
                  <a:pt x="0" y="4479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6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46501" y="1479958"/>
            <a:ext cx="6094204" cy="1672808"/>
            <a:chOff x="0" y="0"/>
            <a:chExt cx="1605058" cy="4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5058" cy="440575"/>
            </a:xfrm>
            <a:custGeom>
              <a:avLst/>
              <a:gdLst/>
              <a:ahLst/>
              <a:cxnLst/>
              <a:rect r="r" b="b" t="t" l="l"/>
              <a:pathLst>
                <a:path h="440575" w="1605058">
                  <a:moveTo>
                    <a:pt x="64789" y="0"/>
                  </a:moveTo>
                  <a:lnTo>
                    <a:pt x="1540269" y="0"/>
                  </a:lnTo>
                  <a:cubicBezTo>
                    <a:pt x="1576051" y="0"/>
                    <a:pt x="1605058" y="29007"/>
                    <a:pt x="1605058" y="64789"/>
                  </a:cubicBezTo>
                  <a:lnTo>
                    <a:pt x="1605058" y="375786"/>
                  </a:lnTo>
                  <a:cubicBezTo>
                    <a:pt x="1605058" y="392969"/>
                    <a:pt x="1598232" y="409448"/>
                    <a:pt x="1586082" y="421599"/>
                  </a:cubicBezTo>
                  <a:cubicBezTo>
                    <a:pt x="1573931" y="433749"/>
                    <a:pt x="1557452" y="440575"/>
                    <a:pt x="1540269" y="440575"/>
                  </a:cubicBezTo>
                  <a:lnTo>
                    <a:pt x="64789" y="440575"/>
                  </a:lnTo>
                  <a:cubicBezTo>
                    <a:pt x="47606" y="440575"/>
                    <a:pt x="31127" y="433749"/>
                    <a:pt x="18976" y="421599"/>
                  </a:cubicBezTo>
                  <a:cubicBezTo>
                    <a:pt x="6826" y="409448"/>
                    <a:pt x="0" y="392969"/>
                    <a:pt x="0" y="375786"/>
                  </a:cubicBezTo>
                  <a:lnTo>
                    <a:pt x="0" y="64789"/>
                  </a:lnTo>
                  <a:cubicBezTo>
                    <a:pt x="0" y="47606"/>
                    <a:pt x="6826" y="31127"/>
                    <a:pt x="18976" y="18976"/>
                  </a:cubicBezTo>
                  <a:cubicBezTo>
                    <a:pt x="31127" y="6826"/>
                    <a:pt x="47606" y="0"/>
                    <a:pt x="647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05058" cy="478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46501" y="3770888"/>
            <a:ext cx="6930255" cy="5036154"/>
            <a:chOff x="0" y="0"/>
            <a:chExt cx="1825252" cy="13263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5252" cy="1326395"/>
            </a:xfrm>
            <a:custGeom>
              <a:avLst/>
              <a:gdLst/>
              <a:ahLst/>
              <a:cxnLst/>
              <a:rect r="r" b="b" t="t" l="l"/>
              <a:pathLst>
                <a:path h="1326395" w="1825252">
                  <a:moveTo>
                    <a:pt x="56973" y="0"/>
                  </a:moveTo>
                  <a:lnTo>
                    <a:pt x="1768279" y="0"/>
                  </a:lnTo>
                  <a:cubicBezTo>
                    <a:pt x="1799744" y="0"/>
                    <a:pt x="1825252" y="25508"/>
                    <a:pt x="1825252" y="56973"/>
                  </a:cubicBezTo>
                  <a:lnTo>
                    <a:pt x="1825252" y="1269421"/>
                  </a:lnTo>
                  <a:cubicBezTo>
                    <a:pt x="1825252" y="1300887"/>
                    <a:pt x="1799744" y="1326395"/>
                    <a:pt x="1768279" y="1326395"/>
                  </a:cubicBezTo>
                  <a:lnTo>
                    <a:pt x="56973" y="1326395"/>
                  </a:lnTo>
                  <a:cubicBezTo>
                    <a:pt x="41863" y="1326395"/>
                    <a:pt x="27372" y="1320392"/>
                    <a:pt x="16687" y="1309707"/>
                  </a:cubicBezTo>
                  <a:cubicBezTo>
                    <a:pt x="6003" y="1299023"/>
                    <a:pt x="0" y="1284532"/>
                    <a:pt x="0" y="1269421"/>
                  </a:cubicBezTo>
                  <a:lnTo>
                    <a:pt x="0" y="56973"/>
                  </a:lnTo>
                  <a:cubicBezTo>
                    <a:pt x="0" y="25508"/>
                    <a:pt x="25508" y="0"/>
                    <a:pt x="569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25252" cy="136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11245" y="3770888"/>
            <a:ext cx="6930255" cy="5036154"/>
            <a:chOff x="0" y="0"/>
            <a:chExt cx="1825252" cy="13263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5252" cy="1326395"/>
            </a:xfrm>
            <a:custGeom>
              <a:avLst/>
              <a:gdLst/>
              <a:ahLst/>
              <a:cxnLst/>
              <a:rect r="r" b="b" t="t" l="l"/>
              <a:pathLst>
                <a:path h="1326395" w="1825252">
                  <a:moveTo>
                    <a:pt x="56973" y="0"/>
                  </a:moveTo>
                  <a:lnTo>
                    <a:pt x="1768279" y="0"/>
                  </a:lnTo>
                  <a:cubicBezTo>
                    <a:pt x="1799744" y="0"/>
                    <a:pt x="1825252" y="25508"/>
                    <a:pt x="1825252" y="56973"/>
                  </a:cubicBezTo>
                  <a:lnTo>
                    <a:pt x="1825252" y="1269421"/>
                  </a:lnTo>
                  <a:cubicBezTo>
                    <a:pt x="1825252" y="1300887"/>
                    <a:pt x="1799744" y="1326395"/>
                    <a:pt x="1768279" y="1326395"/>
                  </a:cubicBezTo>
                  <a:lnTo>
                    <a:pt x="56973" y="1326395"/>
                  </a:lnTo>
                  <a:cubicBezTo>
                    <a:pt x="41863" y="1326395"/>
                    <a:pt x="27372" y="1320392"/>
                    <a:pt x="16687" y="1309707"/>
                  </a:cubicBezTo>
                  <a:cubicBezTo>
                    <a:pt x="6003" y="1299023"/>
                    <a:pt x="0" y="1284532"/>
                    <a:pt x="0" y="1269421"/>
                  </a:cubicBezTo>
                  <a:lnTo>
                    <a:pt x="0" y="56973"/>
                  </a:lnTo>
                  <a:cubicBezTo>
                    <a:pt x="0" y="25508"/>
                    <a:pt x="25508" y="0"/>
                    <a:pt x="569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25252" cy="136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04912" y="4584597"/>
            <a:ext cx="6413432" cy="400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5015" indent="-317507" lvl="1">
              <a:lnSpc>
                <a:spcPts val="4117"/>
              </a:lnSpc>
              <a:buFont typeface="Arial"/>
              <a:buChar char="•"/>
            </a:pPr>
            <a:r>
              <a:rPr lang="en-US" b="true" sz="2941">
                <a:solidFill>
                  <a:srgbClr val="3A3C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Stores</a:t>
            </a:r>
            <a:r>
              <a:rPr lang="en-US" sz="2941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: all books of the library in an array</a:t>
            </a:r>
          </a:p>
          <a:p>
            <a:pPr algn="just">
              <a:lnSpc>
                <a:spcPts val="3977"/>
              </a:lnSpc>
            </a:pPr>
          </a:p>
          <a:p>
            <a:pPr algn="just" marL="635015" indent="-317507" lvl="1">
              <a:lnSpc>
                <a:spcPts val="4117"/>
              </a:lnSpc>
              <a:buFont typeface="Arial"/>
              <a:buChar char="•"/>
            </a:pPr>
            <a:r>
              <a:rPr lang="en-US" b="true" sz="2941">
                <a:solidFill>
                  <a:srgbClr val="3A3C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Functions: </a:t>
            </a:r>
            <a:r>
              <a:rPr lang="en-US" sz="2941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Add or remove a book</a:t>
            </a:r>
          </a:p>
          <a:p>
            <a:pPr algn="just">
              <a:lnSpc>
                <a:spcPts val="3837"/>
              </a:lnSpc>
            </a:pPr>
            <a:r>
              <a:rPr lang="en-US" sz="2741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,Search by title, author, or category and Display borrowed or available books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52342" y="1752773"/>
            <a:ext cx="5282521" cy="102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6"/>
              </a:lnSpc>
            </a:pPr>
            <a:r>
              <a:rPr lang="en-US" sz="6068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Library Class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4253" y="4795983"/>
            <a:ext cx="6186114" cy="218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8194" indent="-339097" lvl="1">
              <a:lnSpc>
                <a:spcPts val="4397"/>
              </a:lnSpc>
              <a:buFont typeface="Arial"/>
              <a:buChar char="•"/>
            </a:pPr>
            <a:r>
              <a:rPr lang="en-US" b="true" sz="3141">
                <a:solidFill>
                  <a:srgbClr val="3A3C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Stores: </a:t>
            </a:r>
            <a:r>
              <a:rPr lang="en-US" sz="3141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id, username and password</a:t>
            </a:r>
          </a:p>
          <a:p>
            <a:pPr algn="just">
              <a:lnSpc>
                <a:spcPts val="4397"/>
              </a:lnSpc>
            </a:pPr>
          </a:p>
          <a:p>
            <a:pPr algn="just" marL="678194" indent="-339097" lvl="1">
              <a:lnSpc>
                <a:spcPts val="4397"/>
              </a:lnSpc>
              <a:buFont typeface="Arial"/>
              <a:buChar char="•"/>
            </a:pPr>
            <a:r>
              <a:rPr lang="en-US" b="true" sz="3141">
                <a:solidFill>
                  <a:srgbClr val="3A3C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Function: </a:t>
            </a:r>
            <a:r>
              <a:rPr lang="en-US" sz="3141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 Handle login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54253" y="1479958"/>
            <a:ext cx="6444238" cy="1825208"/>
            <a:chOff x="0" y="0"/>
            <a:chExt cx="1697248" cy="4807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97248" cy="480713"/>
            </a:xfrm>
            <a:custGeom>
              <a:avLst/>
              <a:gdLst/>
              <a:ahLst/>
              <a:cxnLst/>
              <a:rect r="r" b="b" t="t" l="l"/>
              <a:pathLst>
                <a:path h="480713" w="1697248">
                  <a:moveTo>
                    <a:pt x="61270" y="0"/>
                  </a:moveTo>
                  <a:lnTo>
                    <a:pt x="1635978" y="0"/>
                  </a:lnTo>
                  <a:cubicBezTo>
                    <a:pt x="1652228" y="0"/>
                    <a:pt x="1667812" y="6455"/>
                    <a:pt x="1679302" y="17946"/>
                  </a:cubicBezTo>
                  <a:cubicBezTo>
                    <a:pt x="1690793" y="29436"/>
                    <a:pt x="1697248" y="45020"/>
                    <a:pt x="1697248" y="61270"/>
                  </a:cubicBezTo>
                  <a:lnTo>
                    <a:pt x="1697248" y="419443"/>
                  </a:lnTo>
                  <a:cubicBezTo>
                    <a:pt x="1697248" y="453282"/>
                    <a:pt x="1669816" y="480713"/>
                    <a:pt x="1635978" y="480713"/>
                  </a:cubicBezTo>
                  <a:lnTo>
                    <a:pt x="61270" y="480713"/>
                  </a:lnTo>
                  <a:cubicBezTo>
                    <a:pt x="27431" y="480713"/>
                    <a:pt x="0" y="453282"/>
                    <a:pt x="0" y="419443"/>
                  </a:cubicBezTo>
                  <a:lnTo>
                    <a:pt x="0" y="61270"/>
                  </a:lnTo>
                  <a:cubicBezTo>
                    <a:pt x="0" y="27431"/>
                    <a:pt x="27431" y="0"/>
                    <a:pt x="612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1697248" cy="604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819"/>
                </a:lnSpc>
              </a:pPr>
              <a:r>
                <a:rPr lang="en-US" sz="6300">
                  <a:solidFill>
                    <a:srgbClr val="A86147"/>
                  </a:solidFill>
                  <a:latin typeface="Fredoka"/>
                  <a:ea typeface="Fredoka"/>
                  <a:cs typeface="Fredoka"/>
                  <a:sym typeface="Fredoka"/>
                </a:rPr>
                <a:t>User </a:t>
              </a:r>
              <a:r>
                <a:rPr lang="en-US" sz="6300">
                  <a:solidFill>
                    <a:srgbClr val="A86147"/>
                  </a:solidFill>
                  <a:latin typeface="Fredoka"/>
                  <a:ea typeface="Fredoka"/>
                  <a:cs typeface="Fredoka"/>
                  <a:sym typeface="Fredoka"/>
                </a:rPr>
                <a:t>Class</a:t>
              </a:r>
              <a:r>
                <a:rPr lang="en-US" sz="6300">
                  <a:solidFill>
                    <a:srgbClr val="A86147"/>
                  </a:solidFill>
                  <a:latin typeface="Fredoka"/>
                  <a:ea typeface="Fredoka"/>
                  <a:cs typeface="Fredoka"/>
                  <a:sym typeface="Fredoka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6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46501" y="1479958"/>
            <a:ext cx="6719264" cy="1672808"/>
            <a:chOff x="0" y="0"/>
            <a:chExt cx="1769683" cy="4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9683" cy="440575"/>
            </a:xfrm>
            <a:custGeom>
              <a:avLst/>
              <a:gdLst/>
              <a:ahLst/>
              <a:cxnLst/>
              <a:rect r="r" b="b" t="t" l="l"/>
              <a:pathLst>
                <a:path h="440575" w="1769683">
                  <a:moveTo>
                    <a:pt x="58762" y="0"/>
                  </a:moveTo>
                  <a:lnTo>
                    <a:pt x="1710921" y="0"/>
                  </a:lnTo>
                  <a:cubicBezTo>
                    <a:pt x="1743374" y="0"/>
                    <a:pt x="1769683" y="26309"/>
                    <a:pt x="1769683" y="58762"/>
                  </a:cubicBezTo>
                  <a:lnTo>
                    <a:pt x="1769683" y="381813"/>
                  </a:lnTo>
                  <a:cubicBezTo>
                    <a:pt x="1769683" y="397397"/>
                    <a:pt x="1763492" y="412344"/>
                    <a:pt x="1752472" y="423364"/>
                  </a:cubicBezTo>
                  <a:cubicBezTo>
                    <a:pt x="1741452" y="434384"/>
                    <a:pt x="1726505" y="440575"/>
                    <a:pt x="1710921" y="440575"/>
                  </a:cubicBezTo>
                  <a:lnTo>
                    <a:pt x="58762" y="440575"/>
                  </a:lnTo>
                  <a:cubicBezTo>
                    <a:pt x="43177" y="440575"/>
                    <a:pt x="28231" y="434384"/>
                    <a:pt x="17211" y="423364"/>
                  </a:cubicBezTo>
                  <a:cubicBezTo>
                    <a:pt x="6191" y="412344"/>
                    <a:pt x="0" y="397397"/>
                    <a:pt x="0" y="381813"/>
                  </a:cubicBezTo>
                  <a:lnTo>
                    <a:pt x="0" y="58762"/>
                  </a:lnTo>
                  <a:cubicBezTo>
                    <a:pt x="0" y="43177"/>
                    <a:pt x="6191" y="28231"/>
                    <a:pt x="17211" y="17211"/>
                  </a:cubicBezTo>
                  <a:cubicBezTo>
                    <a:pt x="28231" y="6191"/>
                    <a:pt x="43177" y="0"/>
                    <a:pt x="587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69683" cy="478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46501" y="3907402"/>
            <a:ext cx="6930255" cy="5036154"/>
            <a:chOff x="0" y="0"/>
            <a:chExt cx="1825252" cy="13263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5252" cy="1326395"/>
            </a:xfrm>
            <a:custGeom>
              <a:avLst/>
              <a:gdLst/>
              <a:ahLst/>
              <a:cxnLst/>
              <a:rect r="r" b="b" t="t" l="l"/>
              <a:pathLst>
                <a:path h="1326395" w="1825252">
                  <a:moveTo>
                    <a:pt x="56973" y="0"/>
                  </a:moveTo>
                  <a:lnTo>
                    <a:pt x="1768279" y="0"/>
                  </a:lnTo>
                  <a:cubicBezTo>
                    <a:pt x="1799744" y="0"/>
                    <a:pt x="1825252" y="25508"/>
                    <a:pt x="1825252" y="56973"/>
                  </a:cubicBezTo>
                  <a:lnTo>
                    <a:pt x="1825252" y="1269421"/>
                  </a:lnTo>
                  <a:cubicBezTo>
                    <a:pt x="1825252" y="1300887"/>
                    <a:pt x="1799744" y="1326395"/>
                    <a:pt x="1768279" y="1326395"/>
                  </a:cubicBezTo>
                  <a:lnTo>
                    <a:pt x="56973" y="1326395"/>
                  </a:lnTo>
                  <a:cubicBezTo>
                    <a:pt x="41863" y="1326395"/>
                    <a:pt x="27372" y="1320392"/>
                    <a:pt x="16687" y="1309707"/>
                  </a:cubicBezTo>
                  <a:cubicBezTo>
                    <a:pt x="6003" y="1299023"/>
                    <a:pt x="0" y="1284532"/>
                    <a:pt x="0" y="1269421"/>
                  </a:cubicBezTo>
                  <a:lnTo>
                    <a:pt x="0" y="56973"/>
                  </a:lnTo>
                  <a:cubicBezTo>
                    <a:pt x="0" y="25508"/>
                    <a:pt x="25508" y="0"/>
                    <a:pt x="569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25252" cy="136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11245" y="3907402"/>
            <a:ext cx="6930255" cy="5036154"/>
            <a:chOff x="0" y="0"/>
            <a:chExt cx="1825252" cy="13263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5252" cy="1326395"/>
            </a:xfrm>
            <a:custGeom>
              <a:avLst/>
              <a:gdLst/>
              <a:ahLst/>
              <a:cxnLst/>
              <a:rect r="r" b="b" t="t" l="l"/>
              <a:pathLst>
                <a:path h="1326395" w="1825252">
                  <a:moveTo>
                    <a:pt x="56973" y="0"/>
                  </a:moveTo>
                  <a:lnTo>
                    <a:pt x="1768279" y="0"/>
                  </a:lnTo>
                  <a:cubicBezTo>
                    <a:pt x="1799744" y="0"/>
                    <a:pt x="1825252" y="25508"/>
                    <a:pt x="1825252" y="56973"/>
                  </a:cubicBezTo>
                  <a:lnTo>
                    <a:pt x="1825252" y="1269421"/>
                  </a:lnTo>
                  <a:cubicBezTo>
                    <a:pt x="1825252" y="1300887"/>
                    <a:pt x="1799744" y="1326395"/>
                    <a:pt x="1768279" y="1326395"/>
                  </a:cubicBezTo>
                  <a:lnTo>
                    <a:pt x="56973" y="1326395"/>
                  </a:lnTo>
                  <a:cubicBezTo>
                    <a:pt x="41863" y="1326395"/>
                    <a:pt x="27372" y="1320392"/>
                    <a:pt x="16687" y="1309707"/>
                  </a:cubicBezTo>
                  <a:cubicBezTo>
                    <a:pt x="6003" y="1299023"/>
                    <a:pt x="0" y="1284532"/>
                    <a:pt x="0" y="1269421"/>
                  </a:cubicBezTo>
                  <a:lnTo>
                    <a:pt x="0" y="56973"/>
                  </a:lnTo>
                  <a:cubicBezTo>
                    <a:pt x="0" y="25508"/>
                    <a:pt x="25508" y="0"/>
                    <a:pt x="569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25252" cy="136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78746" y="1653952"/>
            <a:ext cx="8665765" cy="113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8"/>
              </a:lnSpc>
            </a:pPr>
            <a:r>
              <a:rPr lang="en-US" sz="6691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Librarian Class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31083" y="4348080"/>
            <a:ext cx="5927244" cy="379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4"/>
              </a:lnSpc>
            </a:pPr>
            <a:r>
              <a:rPr lang="en-US" sz="2710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2710">
                <a:solidFill>
                  <a:srgbClr val="A8614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0" b="true">
                <a:solidFill>
                  <a:srgbClr val="A86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(inherits from User)</a:t>
            </a:r>
          </a:p>
          <a:p>
            <a:pPr algn="just" marL="585132" indent="-292566" lvl="1">
              <a:lnSpc>
                <a:spcPts val="3794"/>
              </a:lnSpc>
              <a:buFont typeface="Arial"/>
              <a:buChar char="•"/>
            </a:pPr>
            <a:r>
              <a:rPr lang="en-US" sz="2710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It can: </a:t>
            </a:r>
          </a:p>
          <a:p>
            <a:pPr algn="just" marL="585132" indent="-292566" lvl="1">
              <a:lnSpc>
                <a:spcPts val="3794"/>
              </a:lnSpc>
              <a:buAutoNum type="arabicPeriod" startAt="1"/>
            </a:pPr>
            <a:r>
              <a:rPr lang="en-US" sz="2710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Search books (by title, author, category)</a:t>
            </a:r>
          </a:p>
          <a:p>
            <a:pPr algn="just" marL="585132" indent="-292566" lvl="1">
              <a:lnSpc>
                <a:spcPts val="3794"/>
              </a:lnSpc>
              <a:buAutoNum type="arabicPeriod" startAt="1"/>
            </a:pPr>
            <a:r>
              <a:rPr lang="en-US" sz="2710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View own borrowed books</a:t>
            </a:r>
          </a:p>
          <a:p>
            <a:pPr algn="just" marL="585132" indent="-292566" lvl="1">
              <a:lnSpc>
                <a:spcPts val="3794"/>
              </a:lnSpc>
              <a:buAutoNum type="arabicPeriod" startAt="1"/>
            </a:pPr>
            <a:r>
              <a:rPr lang="en-US" sz="2710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Borrow a book (max 5 books)</a:t>
            </a:r>
          </a:p>
          <a:p>
            <a:pPr algn="just" marL="585132" indent="-292566" lvl="1">
              <a:lnSpc>
                <a:spcPts val="3794"/>
              </a:lnSpc>
              <a:buAutoNum type="arabicPeriod" startAt="1"/>
            </a:pPr>
            <a:r>
              <a:rPr lang="en-US" sz="2710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Return a book</a:t>
            </a:r>
          </a:p>
          <a:p>
            <a:pPr algn="just">
              <a:lnSpc>
                <a:spcPts val="3794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213745" y="4303215"/>
            <a:ext cx="6151991" cy="4393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69"/>
              </a:lnSpc>
            </a:pPr>
            <a:r>
              <a:rPr lang="en-US" sz="2692">
                <a:solidFill>
                  <a:srgbClr val="A86147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</a:t>
            </a:r>
            <a:r>
              <a:rPr lang="en-US" sz="2692" b="true">
                <a:solidFill>
                  <a:srgbClr val="A86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(inherits from User) </a:t>
            </a:r>
          </a:p>
          <a:p>
            <a:pPr algn="just" marL="516568" indent="-258284" lvl="1">
              <a:lnSpc>
                <a:spcPts val="3349"/>
              </a:lnSpc>
              <a:buFont typeface="Arial"/>
              <a:buChar char="•"/>
            </a:pPr>
            <a:r>
              <a:rPr lang="en-US" sz="2392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It can :</a:t>
            </a:r>
          </a:p>
          <a:p>
            <a:pPr algn="just" marL="516568" indent="-258284" lvl="1">
              <a:lnSpc>
                <a:spcPts val="3349"/>
              </a:lnSpc>
              <a:buAutoNum type="arabicPeriod" startAt="1"/>
            </a:pPr>
            <a:r>
              <a:rPr lang="en-US" sz="2392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Add/remove customers</a:t>
            </a:r>
          </a:p>
          <a:p>
            <a:pPr algn="just" marL="516568" indent="-258284" lvl="1">
              <a:lnSpc>
                <a:spcPts val="3349"/>
              </a:lnSpc>
              <a:buAutoNum type="arabicPeriod" startAt="1"/>
            </a:pPr>
            <a:r>
              <a:rPr lang="en-US" sz="2392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Add/remove books</a:t>
            </a:r>
          </a:p>
          <a:p>
            <a:pPr algn="just" marL="516568" indent="-258284" lvl="1">
              <a:lnSpc>
                <a:spcPts val="3349"/>
              </a:lnSpc>
              <a:buAutoNum type="arabicPeriod" startAt="1"/>
            </a:pPr>
            <a:r>
              <a:rPr lang="en-US" sz="2392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Search and view all books</a:t>
            </a:r>
          </a:p>
          <a:p>
            <a:pPr algn="just" marL="516568" indent="-258284" lvl="1">
              <a:lnSpc>
                <a:spcPts val="3349"/>
              </a:lnSpc>
              <a:buAutoNum type="arabicPeriod" startAt="1"/>
            </a:pPr>
            <a:r>
              <a:rPr lang="en-US" sz="2392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View all borrowed/unborrowed books</a:t>
            </a:r>
          </a:p>
          <a:p>
            <a:pPr algn="just" marL="602926" indent="-301463" lvl="1">
              <a:lnSpc>
                <a:spcPts val="3909"/>
              </a:lnSpc>
              <a:buAutoNum type="arabicPeriod" startAt="1"/>
            </a:pPr>
            <a:r>
              <a:rPr lang="en-US" sz="2792">
                <a:solidFill>
                  <a:srgbClr val="3A3C11"/>
                </a:solidFill>
                <a:latin typeface="Canva Sans"/>
                <a:ea typeface="Canva Sans"/>
                <a:cs typeface="Canva Sans"/>
                <a:sym typeface="Canva Sans"/>
              </a:rPr>
              <a:t>View customer data and their borrowed books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9698772" y="1479958"/>
            <a:ext cx="6355200" cy="1672808"/>
            <a:chOff x="0" y="0"/>
            <a:chExt cx="1673797" cy="4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73797" cy="440575"/>
            </a:xfrm>
            <a:custGeom>
              <a:avLst/>
              <a:gdLst/>
              <a:ahLst/>
              <a:cxnLst/>
              <a:rect r="r" b="b" t="t" l="l"/>
              <a:pathLst>
                <a:path h="440575" w="1673797">
                  <a:moveTo>
                    <a:pt x="62128" y="0"/>
                  </a:moveTo>
                  <a:lnTo>
                    <a:pt x="1611669" y="0"/>
                  </a:lnTo>
                  <a:cubicBezTo>
                    <a:pt x="1645982" y="0"/>
                    <a:pt x="1673797" y="27816"/>
                    <a:pt x="1673797" y="62128"/>
                  </a:cubicBezTo>
                  <a:lnTo>
                    <a:pt x="1673797" y="378447"/>
                  </a:lnTo>
                  <a:cubicBezTo>
                    <a:pt x="1673797" y="394924"/>
                    <a:pt x="1667252" y="410727"/>
                    <a:pt x="1655600" y="422378"/>
                  </a:cubicBezTo>
                  <a:cubicBezTo>
                    <a:pt x="1643949" y="434029"/>
                    <a:pt x="1628147" y="440575"/>
                    <a:pt x="1611669" y="440575"/>
                  </a:cubicBezTo>
                  <a:lnTo>
                    <a:pt x="62128" y="440575"/>
                  </a:lnTo>
                  <a:cubicBezTo>
                    <a:pt x="45651" y="440575"/>
                    <a:pt x="29848" y="434029"/>
                    <a:pt x="18197" y="422378"/>
                  </a:cubicBezTo>
                  <a:cubicBezTo>
                    <a:pt x="6546" y="410727"/>
                    <a:pt x="0" y="394924"/>
                    <a:pt x="0" y="378447"/>
                  </a:cubicBezTo>
                  <a:lnTo>
                    <a:pt x="0" y="62128"/>
                  </a:lnTo>
                  <a:cubicBezTo>
                    <a:pt x="0" y="45651"/>
                    <a:pt x="6546" y="29848"/>
                    <a:pt x="18197" y="18197"/>
                  </a:cubicBezTo>
                  <a:cubicBezTo>
                    <a:pt x="29848" y="6546"/>
                    <a:pt x="45651" y="0"/>
                    <a:pt x="621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14300"/>
              <a:ext cx="1673797" cy="55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19"/>
                </a:lnSpc>
              </a:pPr>
              <a:r>
                <a:rPr lang="en-US" sz="5799">
                  <a:solidFill>
                    <a:srgbClr val="A86147"/>
                  </a:solidFill>
                  <a:latin typeface="Fredoka"/>
                  <a:ea typeface="Fredoka"/>
                  <a:cs typeface="Fredoka"/>
                  <a:sym typeface="Fredoka"/>
                </a:rPr>
                <a:t>Customer Class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5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4158" y="84174"/>
            <a:ext cx="16605142" cy="9972987"/>
            <a:chOff x="0" y="0"/>
            <a:chExt cx="4373371" cy="26266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73371" cy="2626630"/>
            </a:xfrm>
            <a:custGeom>
              <a:avLst/>
              <a:gdLst/>
              <a:ahLst/>
              <a:cxnLst/>
              <a:rect r="r" b="b" t="t" l="l"/>
              <a:pathLst>
                <a:path h="2626630" w="4373371">
                  <a:moveTo>
                    <a:pt x="23778" y="0"/>
                  </a:moveTo>
                  <a:lnTo>
                    <a:pt x="4349593" y="0"/>
                  </a:lnTo>
                  <a:cubicBezTo>
                    <a:pt x="4362725" y="0"/>
                    <a:pt x="4373371" y="10646"/>
                    <a:pt x="4373371" y="23778"/>
                  </a:cubicBezTo>
                  <a:lnTo>
                    <a:pt x="4373371" y="2602852"/>
                  </a:lnTo>
                  <a:cubicBezTo>
                    <a:pt x="4373371" y="2615985"/>
                    <a:pt x="4362725" y="2626630"/>
                    <a:pt x="4349593" y="2626630"/>
                  </a:cubicBezTo>
                  <a:lnTo>
                    <a:pt x="23778" y="2626630"/>
                  </a:lnTo>
                  <a:cubicBezTo>
                    <a:pt x="10646" y="2626630"/>
                    <a:pt x="0" y="2615985"/>
                    <a:pt x="0" y="2602852"/>
                  </a:cubicBezTo>
                  <a:lnTo>
                    <a:pt x="0" y="23778"/>
                  </a:lnTo>
                  <a:cubicBezTo>
                    <a:pt x="0" y="10646"/>
                    <a:pt x="10646" y="0"/>
                    <a:pt x="237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73371" cy="2664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64917" y="393324"/>
            <a:ext cx="11944367" cy="10668947"/>
          </a:xfrm>
          <a:custGeom>
            <a:avLst/>
            <a:gdLst/>
            <a:ahLst/>
            <a:cxnLst/>
            <a:rect r="r" b="b" t="t" l="l"/>
            <a:pathLst>
              <a:path h="10668947" w="11944367">
                <a:moveTo>
                  <a:pt x="0" y="0"/>
                </a:moveTo>
                <a:lnTo>
                  <a:pt x="11944366" y="0"/>
                </a:lnTo>
                <a:lnTo>
                  <a:pt x="11944366" y="10668947"/>
                </a:lnTo>
                <a:lnTo>
                  <a:pt x="0" y="10668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" t="0" r="-1186" b="-949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4570" y="-96801"/>
            <a:ext cx="7835396" cy="168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16"/>
              </a:lnSpc>
            </a:pPr>
            <a:r>
              <a:rPr lang="en-US" sz="9869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UML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5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79256" y="2326655"/>
            <a:ext cx="14929488" cy="6480386"/>
            <a:chOff x="0" y="0"/>
            <a:chExt cx="3932046" cy="1706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2046" cy="1706768"/>
            </a:xfrm>
            <a:custGeom>
              <a:avLst/>
              <a:gdLst/>
              <a:ahLst/>
              <a:cxnLst/>
              <a:rect r="r" b="b" t="t" l="l"/>
              <a:pathLst>
                <a:path h="1706768" w="3932046">
                  <a:moveTo>
                    <a:pt x="26447" y="0"/>
                  </a:moveTo>
                  <a:lnTo>
                    <a:pt x="3905599" y="0"/>
                  </a:lnTo>
                  <a:cubicBezTo>
                    <a:pt x="3912614" y="0"/>
                    <a:pt x="3919340" y="2786"/>
                    <a:pt x="3924300" y="7746"/>
                  </a:cubicBezTo>
                  <a:cubicBezTo>
                    <a:pt x="3929260" y="12706"/>
                    <a:pt x="3932046" y="19433"/>
                    <a:pt x="3932046" y="26447"/>
                  </a:cubicBezTo>
                  <a:lnTo>
                    <a:pt x="3932046" y="1680321"/>
                  </a:lnTo>
                  <a:cubicBezTo>
                    <a:pt x="3932046" y="1694928"/>
                    <a:pt x="3920205" y="1706768"/>
                    <a:pt x="3905599" y="1706768"/>
                  </a:cubicBezTo>
                  <a:lnTo>
                    <a:pt x="26447" y="1706768"/>
                  </a:lnTo>
                  <a:cubicBezTo>
                    <a:pt x="19433" y="1706768"/>
                    <a:pt x="12706" y="1703982"/>
                    <a:pt x="7746" y="1699022"/>
                  </a:cubicBezTo>
                  <a:cubicBezTo>
                    <a:pt x="2786" y="1694062"/>
                    <a:pt x="0" y="1687336"/>
                    <a:pt x="0" y="1680321"/>
                  </a:cubicBezTo>
                  <a:lnTo>
                    <a:pt x="0" y="26447"/>
                  </a:lnTo>
                  <a:cubicBezTo>
                    <a:pt x="0" y="19433"/>
                    <a:pt x="2786" y="12706"/>
                    <a:pt x="7746" y="7746"/>
                  </a:cubicBezTo>
                  <a:cubicBezTo>
                    <a:pt x="12706" y="2786"/>
                    <a:pt x="19433" y="0"/>
                    <a:pt x="264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32046" cy="1744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41904" y="2483111"/>
            <a:ext cx="10825831" cy="6167476"/>
          </a:xfrm>
          <a:custGeom>
            <a:avLst/>
            <a:gdLst/>
            <a:ahLst/>
            <a:cxnLst/>
            <a:rect r="r" b="b" t="t" l="l"/>
            <a:pathLst>
              <a:path h="6167476" w="10825831">
                <a:moveTo>
                  <a:pt x="0" y="0"/>
                </a:moveTo>
                <a:lnTo>
                  <a:pt x="10825830" y="0"/>
                </a:lnTo>
                <a:lnTo>
                  <a:pt x="10825830" y="6167475"/>
                </a:lnTo>
                <a:lnTo>
                  <a:pt x="0" y="6167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89" r="0" b="-53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78759" y="847725"/>
            <a:ext cx="7835396" cy="168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16"/>
              </a:lnSpc>
            </a:pPr>
            <a:r>
              <a:rPr lang="en-US" sz="9869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Test case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5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1076" y="-175039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72756" y="1784897"/>
            <a:ext cx="16108842" cy="7280971"/>
            <a:chOff x="0" y="0"/>
            <a:chExt cx="5404648" cy="24428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04648" cy="2442826"/>
            </a:xfrm>
            <a:custGeom>
              <a:avLst/>
              <a:gdLst/>
              <a:ahLst/>
              <a:cxnLst/>
              <a:rect r="r" b="b" t="t" l="l"/>
              <a:pathLst>
                <a:path h="2442826" w="5404648">
                  <a:moveTo>
                    <a:pt x="24511" y="0"/>
                  </a:moveTo>
                  <a:lnTo>
                    <a:pt x="5380138" y="0"/>
                  </a:lnTo>
                  <a:cubicBezTo>
                    <a:pt x="5393675" y="0"/>
                    <a:pt x="5404648" y="10974"/>
                    <a:pt x="5404648" y="24511"/>
                  </a:cubicBezTo>
                  <a:lnTo>
                    <a:pt x="5404648" y="2418315"/>
                  </a:lnTo>
                  <a:cubicBezTo>
                    <a:pt x="5404648" y="2424816"/>
                    <a:pt x="5402066" y="2431050"/>
                    <a:pt x="5397469" y="2435646"/>
                  </a:cubicBezTo>
                  <a:cubicBezTo>
                    <a:pt x="5392873" y="2440243"/>
                    <a:pt x="5386638" y="2442826"/>
                    <a:pt x="5380138" y="2442826"/>
                  </a:cubicBezTo>
                  <a:lnTo>
                    <a:pt x="24511" y="2442826"/>
                  </a:lnTo>
                  <a:cubicBezTo>
                    <a:pt x="10974" y="2442826"/>
                    <a:pt x="0" y="2431852"/>
                    <a:pt x="0" y="2418315"/>
                  </a:cubicBezTo>
                  <a:lnTo>
                    <a:pt x="0" y="24511"/>
                  </a:lnTo>
                  <a:cubicBezTo>
                    <a:pt x="0" y="18010"/>
                    <a:pt x="2582" y="11776"/>
                    <a:pt x="7179" y="7179"/>
                  </a:cubicBezTo>
                  <a:cubicBezTo>
                    <a:pt x="11776" y="2582"/>
                    <a:pt x="18010" y="0"/>
                    <a:pt x="245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04648" cy="2480925"/>
            </a:xfrm>
            <a:prstGeom prst="rect">
              <a:avLst/>
            </a:prstGeom>
          </p:spPr>
          <p:txBody>
            <a:bodyPr anchor="ctr" rtlCol="false" tIns="39878" lIns="39878" bIns="39878" rIns="398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258098" y="2088416"/>
            <a:ext cx="10938156" cy="6673934"/>
          </a:xfrm>
          <a:custGeom>
            <a:avLst/>
            <a:gdLst/>
            <a:ahLst/>
            <a:cxnLst/>
            <a:rect r="r" b="b" t="t" l="l"/>
            <a:pathLst>
              <a:path h="6673934" w="10938156">
                <a:moveTo>
                  <a:pt x="0" y="0"/>
                </a:moveTo>
                <a:lnTo>
                  <a:pt x="10938157" y="0"/>
                </a:lnTo>
                <a:lnTo>
                  <a:pt x="10938157" y="6673934"/>
                </a:lnTo>
                <a:lnTo>
                  <a:pt x="0" y="6673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201" r="-34245" b="-1846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5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6441" y="-195663"/>
            <a:ext cx="24667825" cy="12227603"/>
            <a:chOff x="0" y="0"/>
            <a:chExt cx="32890433" cy="16303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3137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88596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51405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60" y="0"/>
                  </a:lnTo>
                  <a:lnTo>
                    <a:pt x="6125460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639515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764974" y="0"/>
              <a:ext cx="6125459" cy="9795511"/>
            </a:xfrm>
            <a:custGeom>
              <a:avLst/>
              <a:gdLst/>
              <a:ahLst/>
              <a:cxnLst/>
              <a:rect r="r" b="b" t="t" l="l"/>
              <a:pathLst>
                <a:path h="9795511" w="6125459">
                  <a:moveTo>
                    <a:pt x="0" y="0"/>
                  </a:moveTo>
                  <a:lnTo>
                    <a:pt x="6125459" y="0"/>
                  </a:lnTo>
                  <a:lnTo>
                    <a:pt x="6125459" y="9795511"/>
                  </a:lnTo>
                  <a:lnTo>
                    <a:pt x="0" y="979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9795511"/>
              <a:ext cx="29414511" cy="6507960"/>
            </a:xfrm>
            <a:custGeom>
              <a:avLst/>
              <a:gdLst/>
              <a:ahLst/>
              <a:cxnLst/>
              <a:rect r="r" b="b" t="t" l="l"/>
              <a:pathLst>
                <a:path h="6507960" w="29414511">
                  <a:moveTo>
                    <a:pt x="0" y="0"/>
                  </a:moveTo>
                  <a:lnTo>
                    <a:pt x="29414511" y="0"/>
                  </a:lnTo>
                  <a:lnTo>
                    <a:pt x="29414511" y="6507960"/>
                  </a:lnTo>
                  <a:lnTo>
                    <a:pt x="0" y="65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96858" y="3099676"/>
            <a:ext cx="14494285" cy="4087648"/>
            <a:chOff x="0" y="0"/>
            <a:chExt cx="3817425" cy="10765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7425" cy="1076582"/>
            </a:xfrm>
            <a:custGeom>
              <a:avLst/>
              <a:gdLst/>
              <a:ahLst/>
              <a:cxnLst/>
              <a:rect r="r" b="b" t="t" l="l"/>
              <a:pathLst>
                <a:path h="1076582" w="3817425">
                  <a:moveTo>
                    <a:pt x="27241" y="0"/>
                  </a:moveTo>
                  <a:lnTo>
                    <a:pt x="3790184" y="0"/>
                  </a:lnTo>
                  <a:cubicBezTo>
                    <a:pt x="3797409" y="0"/>
                    <a:pt x="3804338" y="2870"/>
                    <a:pt x="3809446" y="7979"/>
                  </a:cubicBezTo>
                  <a:cubicBezTo>
                    <a:pt x="3814555" y="13087"/>
                    <a:pt x="3817425" y="20016"/>
                    <a:pt x="3817425" y="27241"/>
                  </a:cubicBezTo>
                  <a:lnTo>
                    <a:pt x="3817425" y="1049341"/>
                  </a:lnTo>
                  <a:cubicBezTo>
                    <a:pt x="3817425" y="1056566"/>
                    <a:pt x="3814555" y="1063495"/>
                    <a:pt x="3809446" y="1068604"/>
                  </a:cubicBezTo>
                  <a:cubicBezTo>
                    <a:pt x="3804338" y="1073712"/>
                    <a:pt x="3797409" y="1076582"/>
                    <a:pt x="3790184" y="1076582"/>
                  </a:cubicBezTo>
                  <a:lnTo>
                    <a:pt x="27241" y="1076582"/>
                  </a:lnTo>
                  <a:cubicBezTo>
                    <a:pt x="20016" y="1076582"/>
                    <a:pt x="13087" y="1073712"/>
                    <a:pt x="7979" y="1068604"/>
                  </a:cubicBezTo>
                  <a:cubicBezTo>
                    <a:pt x="2870" y="1063495"/>
                    <a:pt x="0" y="1056566"/>
                    <a:pt x="0" y="1049341"/>
                  </a:cubicBezTo>
                  <a:lnTo>
                    <a:pt x="0" y="27241"/>
                  </a:lnTo>
                  <a:cubicBezTo>
                    <a:pt x="0" y="20016"/>
                    <a:pt x="2870" y="13087"/>
                    <a:pt x="7979" y="7979"/>
                  </a:cubicBezTo>
                  <a:cubicBezTo>
                    <a:pt x="13087" y="2870"/>
                    <a:pt x="20016" y="0"/>
                    <a:pt x="272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817425" cy="111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67625" y="6452263"/>
            <a:ext cx="3491675" cy="2806037"/>
          </a:xfrm>
          <a:custGeom>
            <a:avLst/>
            <a:gdLst/>
            <a:ahLst/>
            <a:cxnLst/>
            <a:rect r="r" b="b" t="t" l="l"/>
            <a:pathLst>
              <a:path h="2806037" w="3491675">
                <a:moveTo>
                  <a:pt x="0" y="0"/>
                </a:moveTo>
                <a:lnTo>
                  <a:pt x="3491675" y="0"/>
                </a:lnTo>
                <a:lnTo>
                  <a:pt x="3491675" y="2806037"/>
                </a:lnTo>
                <a:lnTo>
                  <a:pt x="0" y="2806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5680570"/>
            <a:ext cx="2903060" cy="3856723"/>
          </a:xfrm>
          <a:custGeom>
            <a:avLst/>
            <a:gdLst/>
            <a:ahLst/>
            <a:cxnLst/>
            <a:rect r="r" b="b" t="t" l="l"/>
            <a:pathLst>
              <a:path h="3856723" w="2903060">
                <a:moveTo>
                  <a:pt x="0" y="0"/>
                </a:moveTo>
                <a:lnTo>
                  <a:pt x="2903060" y="0"/>
                </a:lnTo>
                <a:lnTo>
                  <a:pt x="2903060" y="3856723"/>
                </a:lnTo>
                <a:lnTo>
                  <a:pt x="0" y="3856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903309" y="4287919"/>
            <a:ext cx="8481382" cy="163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47"/>
              </a:lnSpc>
            </a:pPr>
            <a:r>
              <a:rPr lang="en-US" sz="9533">
                <a:solidFill>
                  <a:srgbClr val="A86147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DAGoS6CsxOg</dc:identifier>
  <dcterms:modified xsi:type="dcterms:W3CDTF">2011-08-01T06:04:30Z</dcterms:modified>
  <cp:revision>1</cp:revision>
  <dc:title>White Purple Simple Library Project Presentation</dc:title>
</cp:coreProperties>
</file>